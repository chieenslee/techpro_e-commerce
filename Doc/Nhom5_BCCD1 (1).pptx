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9" d="100"/>
          <a:sy n="89" d="100"/>
        </p:scale>
        <p:origin x="4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B8B65B-03EE-C3C3-D00B-66A730FDD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609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0C6D-C5D2-A700-246E-351C9F81D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8EC64E-BE1F-7CBB-05AB-A516F6E02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88392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3C59C-D2AB-463F-96D9-C47D4D1B8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741817-1B2A-40D8-06D8-4C03E0285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90251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BABB8-309B-3855-E5DA-AE569765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81D3C9-0C8A-BBB2-9732-14AF5693E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9754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2E0FD-06FC-50CD-3C85-FF05AC30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BF2BCD-DA69-7F53-6D03-E8C9B7FF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6565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5BAA-B5DF-1C74-5311-48F019E0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CB1A69-2CED-671B-6919-2BC3BFC52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5221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0E3E-73C2-7E3A-579A-C9D48C97F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CB04D-6764-8BC9-48EB-68FC9567F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77046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EBC9E-6A0C-5CD0-480E-54C2B1C5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0CFC3E-E43B-3DCF-340B-D78BCAEE0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26488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6612D-AF3F-21B8-09F8-9CADB1B1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76603F-51BD-3234-D95B-628D835EC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1950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1DA8C-F171-C349-2B4E-0D6B4254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2B7DD-805F-152D-76A5-FFB099B69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27662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245C8-0C06-68F2-112A-0620B511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C4958-6C15-7F06-6D42-33B884D99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76169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142B-10C1-D41B-2FD0-FF12F25F5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E8895-9E6E-513E-ED4B-7EF91B22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96476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65476-D62F-3C55-2C4B-94957F599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C80B87-3C69-8E6C-0B26-2288DB305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431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54e5882-34ac-4d95-959e-1fbfb568ad6f}">
  <we:reference id="WA200010001" version="1.0.0.1" store="en-US" storeType="OMEX"/>
  <we:alternateReferences/>
  <we:properties>
    <we:property name="Microsoft.Office.CampaignId" value="&quot;none&quot;"/>
    <we:property name="claude.fileId" value="&quot;5cb44ebf-c717-4fab-be73-5d0e127b2b8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1871020089 Lê Trọng Chiến</cp:lastModifiedBy>
  <cp:revision>5</cp:revision>
  <dcterms:created xsi:type="dcterms:W3CDTF">2018-06-07T21:39:02Z</dcterms:created>
  <dcterms:modified xsi:type="dcterms:W3CDTF">2026-05-06T03:38:21Z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